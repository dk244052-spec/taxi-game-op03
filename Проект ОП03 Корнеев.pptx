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E680C-168E-21FB-2B4E-09ADD69DB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D95F02-3836-7C5F-4522-93D404E93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50D95B-E34D-694C-C7AE-24407F5C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5DE050-00F9-919F-037D-61A4A876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716706-958E-525D-6D44-E8DBB9EC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87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F732B-4CC4-0FAB-9E09-F635B87B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433EDA-4CCA-E0EB-C01A-B179D8075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A462E8-323C-9FA0-A83F-B1DDA28F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E5C365-2367-2AA8-E713-7A9655DE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A3E77A-A46D-018A-B8CE-41FD029E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19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36BF3-6940-B98C-2336-64B211FD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9A8D77-F0BF-E975-AE57-72124FF75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5201FB-583E-64A7-F9C0-605B36E9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90CB17-14AC-31E6-F860-24FFA16B6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BEC55-DDDF-86F0-8E23-E89266F5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64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14F2A-0AC2-4EBD-80F3-D47DF32F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2E4CBB-C57D-2B02-25EC-C9FEF6294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C0B617-1D4B-1408-7E7D-D5914FB7F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7AAAC5-ACC5-FF6C-704F-EE151C12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0D2AAD-DB01-CD59-9D08-C2C3DDCC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CB300C-D3F3-A582-F0F7-F7B2D7F6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71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F7632-AF5F-BBC1-841A-BB6F902C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0CEADA-B163-4A0D-F4A5-3EE9954D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F9B2BD-D3ED-5002-F381-5C06D1084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1C551A-1188-427F-E7BD-CBB4D3C80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C57A7A-A81B-F68F-FC1F-095447F8A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00324D-22B9-89E5-3760-D8E0F59A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1EDC66-069A-A780-9D4B-27E6A081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7E8F91-DA5C-5B50-F7C2-EF5F29D2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619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AA876-B66A-E266-02C4-159D3192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919F975-76B0-F572-EA37-34B7D719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6274B1-E342-5509-9E72-0A3B9460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8AD157-0824-8843-13EB-AC2032C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14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D83C2BE-80EC-F34C-A5B4-D4FC8911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49F28C-8958-9EBD-1BC5-3697816A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F20621-C154-54CD-CC7A-B34F45AD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39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9E513-43B5-D3DA-2F70-F6D64F8C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C801F3-77D1-8D5A-3993-ED530506A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835F56-19A9-F8FA-400D-C9FBEDA13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D49C7F-B939-2614-5526-AED5E07F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6B6148-EC68-3510-DFA5-B1C45A82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D44735-18B4-1D57-72E6-B6A748B0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38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44DD0-9EF5-3DCF-544F-AB6A0F17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1F92C9-3396-8B04-9012-998DAE63E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B8B73A-FEDD-177A-8DBE-E6F07975B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5C14E4-5FED-5BC6-CE81-FA426578A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425B6E-7A55-F5B6-E612-ABC45C3C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D937E6-36D2-406E-62E4-F102F3BC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46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BBCB4-C540-C938-D7A6-54C470E5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076CF1-C830-4618-41DE-001C60051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659BF5-1D5A-5FA6-7DD9-9B3202C5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3DE36F-03D2-55F9-B6CA-C6530D24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E2DA79-0C54-F058-7FB0-91B1AF91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45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0A2372-2C0D-ABA3-0DEB-C03603FBD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3F2824-E06B-D82C-A404-FC0998716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7106F-90BC-C1B6-3E5A-1C6FE61B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212DFB-67E4-2A30-0552-634C9D76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D027F6-44E5-2434-218B-78CE4098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01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9DE9E-BC04-3AD5-F50B-3BC0F0D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D23FFF-0F84-1673-6B6A-3254E487F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5D73A1-4B78-4423-A1CE-650837006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CFDE94-1239-F364-B212-0D7939ACC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E9D5DA-A05D-7309-B2EF-CB197E95A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0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1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1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1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93D4B5-8DAB-D408-431E-14670F45C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Государственное бюджетное профессиональное образовательное учреждение Московской области</a:t>
            </a:r>
            <a:b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«Физико-технический колледж»</a:t>
            </a:r>
            <a:b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(ГБПОУ МО «Физтех-колледж»)</a:t>
            </a:r>
            <a:b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6B4204-D25D-A4B1-C55D-823D1DF3E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</a:rPr>
              <a:t>ИНДИВИДУАЛЬНЫЙ ПРОЕКТ ПО ТЕМЕ «РАЗРАБОТКА ИГРЫ « ТАКСИСТ»»</a:t>
            </a:r>
            <a:br>
              <a:rPr lang="ru-RU" sz="1800" b="1" dirty="0">
                <a:solidFill>
                  <a:schemeClr val="tx2"/>
                </a:solidFill>
              </a:rPr>
            </a:br>
            <a:br>
              <a:rPr lang="en-US" sz="1800" dirty="0">
                <a:solidFill>
                  <a:schemeClr val="tx2"/>
                </a:solidFill>
              </a:rPr>
            </a:br>
            <a:r>
              <a:rPr lang="en-US" sz="1800" b="1" dirty="0">
                <a:solidFill>
                  <a:schemeClr val="tx2"/>
                </a:solidFill>
              </a:rPr>
              <a:t>ВЫПОЛНИЛ: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СТУДЕНТ 2 КУРСА ГРУППЫ ИБ-41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КОРНЕЕВ ДМИТРИЙ ВЛАДИМИРОВИЧ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ПРЕПОДАВАТЕЛЬ: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ЛИПАТНИКОВА НАДЕЖДА МИХАЙЛОВНА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2"/>
              </a:solidFill>
            </a:endParaRPr>
          </a:p>
          <a:p>
            <a:pPr marL="0" indent="-2286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2"/>
              </a:solidFill>
            </a:endParaRPr>
          </a:p>
          <a:p>
            <a:pPr algn="l"/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61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A6759-C807-A5E8-2B97-CF001110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ru-RU" sz="4200" b="1">
                <a:effectLst/>
                <a:latin typeface="quote-cjk-patch"/>
              </a:rPr>
              <a:t>Актуальность и проблема</a:t>
            </a:r>
            <a:br>
              <a:rPr lang="ru-RU" sz="4200" b="1">
                <a:effectLst/>
                <a:latin typeface="quote-cjk-patch"/>
              </a:rPr>
            </a:br>
            <a:endParaRPr lang="ru-RU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821D5-96D7-FAAC-E472-52E22EAA6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Проблема: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Сложные игры требуют мощных компьютеров. Простые логические игры всегда востребованы.</a:t>
            </a:r>
          </a:p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Цель: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Создать игру «Таксист» с графическим интерфейсом, логированием и подсчётом очков.</a:t>
            </a:r>
          </a:p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Аудитория: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Школьники, студенты, взрослые (12–40 лет).</a:t>
            </a:r>
          </a:p>
          <a:p>
            <a:pPr marL="0" indent="0">
              <a:buNone/>
            </a:pP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411483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E48BA-52E3-C399-FC82-EAC6F0E3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>
                <a:effectLst/>
                <a:latin typeface="quote-cjk-patch"/>
              </a:rPr>
              <a:t> Use Case </a:t>
            </a:r>
            <a:r>
              <a:rPr lang="ru-RU" sz="5400" b="1">
                <a:effectLst/>
                <a:latin typeface="quote-cjk-patch"/>
              </a:rPr>
              <a:t>диаграмма</a:t>
            </a:r>
            <a:endParaRPr lang="ru-RU" sz="540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C4DD78-3E4E-D970-4751-9573B9E36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ru-RU" sz="2200" b="1" i="0" dirty="0">
                <a:effectLst/>
                <a:latin typeface="quote-cjk-patch"/>
              </a:rPr>
              <a:t>Действия игрока:</a:t>
            </a:r>
            <a:endParaRPr lang="ru-RU" sz="2200" b="0" i="0" dirty="0"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Запустить игру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Управлять такси (кнопки)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Подобрать пассажира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Доставить в пункт назначения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Заработать деньги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Посмотреть статистику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Выйти из игры</a:t>
            </a:r>
          </a:p>
          <a:p>
            <a:pPr marL="0" indent="0">
              <a:buNone/>
            </a:pPr>
            <a:endParaRPr lang="ru-RU" sz="2200" dirty="0"/>
          </a:p>
        </p:txBody>
      </p:sp>
      <p:pic>
        <p:nvPicPr>
          <p:cNvPr id="7" name="Рисунок 6" descr="Изображение выглядит как текст, снимок экрана, диаграмм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C3B1E4D-3E02-6B44-6FB2-2F9E49C90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5" r="7" b="7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7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99BB6-09F6-FB5A-43B6-9094CD84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ru-RU" sz="5400" b="1">
                <a:effectLst/>
                <a:latin typeface="quote-cjk-patch"/>
              </a:rPr>
              <a:t>Блок-схема</a:t>
            </a:r>
            <a:endParaRPr lang="ru-RU" sz="5400"/>
          </a:p>
        </p:txBody>
      </p:sp>
      <p:pic>
        <p:nvPicPr>
          <p:cNvPr id="5" name="Рисунок 4" descr="Изображение выглядит как снимок экрана, диаграмма, текст, План&#10;&#10;Автоматически созданное описание">
            <a:extLst>
              <a:ext uri="{FF2B5EF4-FFF2-40B4-BE49-F238E27FC236}">
                <a16:creationId xmlns:a16="http://schemas.microsoft.com/office/drawing/2014/main" id="{3A00A508-A685-C566-F022-2BD57F62D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992935"/>
            <a:ext cx="5458968" cy="4872129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3A8331-9006-67D5-548E-CB7A922BF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000" b="1" i="0" dirty="0">
                <a:effectLst/>
                <a:latin typeface="quote-cjk-patch"/>
              </a:rPr>
              <a:t>Ключевые этапы:</a:t>
            </a:r>
            <a:endParaRPr lang="ru-RU" sz="2000" b="0" i="0" dirty="0">
              <a:effectLst/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Начало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Создание карты 5×5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Движение такси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Проверка: пассажир на клетке? → подбор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Проверка: пункт назначения? → доставка (+50 денег, новый пассажир)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Показ карты → повтор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8978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E550F-542D-7C55-2008-A88FC1B4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 b="1">
                <a:effectLst/>
                <a:latin typeface="quote-cjk-patch"/>
              </a:rPr>
              <a:t>Интерфейс программы</a:t>
            </a:r>
            <a:endParaRPr lang="ru-RU" sz="4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F79900-8CCA-D75D-8D18-716380CC83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4160725" cy="35989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Главное меню: </a:t>
            </a:r>
            <a:br>
              <a:rPr lang="ru-RU" altLang="ru-RU" sz="2000" dirty="0"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- 4 кнопки: Новая игра, Правила, Статистика, Выход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Окно игры: - Информационная панель (деньги, пассажир, шаги) - Игровое поле 5×5 Обозначения: T – такси, X – такси с пассажиром, P – пассажир, D – пункт назначения, . – пустая клетка - Кнопки управления: Вверх, Вниз, Влево, Вправо - Кнопка «В главное меню» - Область последних действий (лог)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 descr="Изображение выглядит как текст, снимок экрана, диаграмма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AAE023C2-1E53-A0A1-0ECE-DE904F42C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" b="-6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68F5B033-E7A4-554A-6D91-9FCFE18B5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3" b="3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1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D4DDE-BBB4-79CC-11EA-D6A6FA6E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ru-RU" sz="5000" b="1">
                <a:effectLst/>
                <a:latin typeface="quote-cjk-patch"/>
              </a:rPr>
              <a:t>Статистика и логи</a:t>
            </a:r>
            <a:endParaRPr lang="ru-RU" sz="5000"/>
          </a:p>
        </p:txBody>
      </p:sp>
      <p:pic>
        <p:nvPicPr>
          <p:cNvPr id="6" name="Рисунок 5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AEEFDE5A-707C-8CAA-2CF2-A55FEAD4C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069722"/>
            <a:ext cx="5458968" cy="4718556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9CE696-4322-A37A-36FF-AEB97B8C9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200" b="0" i="0" u="none" strike="noStrike" cap="none" normalizeH="0" baseline="0">
                <a:ln>
                  <a:noFill/>
                </a:ln>
                <a:effectLst/>
                <a:latin typeface="Menlo"/>
              </a:rPr>
              <a:t>Все действия игрока автоматически записываются в файл с указанием времени. Что сохраняется: - начало игры - каждый ход (с координатами) - подбор пассажира - доставка (+50 денег) - появление нового пассажира - выход в главное меню</a:t>
            </a:r>
            <a:r>
              <a:rPr kumimoji="0" lang="ru-RU" altLang="ru-RU" sz="2200" b="0" i="0" u="none" strike="noStrike" cap="none" normalizeH="0" baseline="0">
                <a:ln>
                  <a:noFill/>
                </a:ln>
                <a:effectLst/>
              </a:rPr>
              <a:t> </a:t>
            </a:r>
            <a:endParaRPr kumimoji="0" lang="ru-RU" altLang="ru-RU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2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9F2A7-1F0F-DBB6-C1F6-BCAEA6C0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ru-RU" sz="5400" b="1">
                <a:effectLst/>
                <a:latin typeface="quote-cjk-patch"/>
              </a:rPr>
              <a:t>Заключение</a:t>
            </a:r>
            <a:endParaRPr lang="ru-RU" sz="5400"/>
          </a:p>
        </p:txBody>
      </p:sp>
      <p:grpSp>
        <p:nvGrpSpPr>
          <p:cNvPr id="32" name="Group 2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873840-2D8D-69D0-E520-221F5B06BB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В ходе работы над проектом я: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разработал игру «Таксист» с графическим интерфейсом на Python +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tkinter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; - создал несколько окон (меню, игра, правила, статистика);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добавил управление кнопками, подсчёт денег и шагов;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настроил автоматическую запись всех действий в файл taxi_log.txt;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оформил документацию и презентацию по ГОСТ.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В будущем можно добавить: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увеличенную карту;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препятствия на поле;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сохранение лучших результатов.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5521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386</Words>
  <Application>Microsoft Office PowerPoint</Application>
  <PresentationFormat>Широкоэкранный</PresentationFormat>
  <Paragraphs>34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Menlo</vt:lpstr>
      <vt:lpstr>quote-cjk-patch</vt:lpstr>
      <vt:lpstr>Тема Office</vt:lpstr>
      <vt:lpstr>Государственное бюджетное профессиональное образовательное учреждение Московской области «Физико-технический колледж» (ГБПОУ МО «Физтех-колледж») </vt:lpstr>
      <vt:lpstr>Актуальность и проблема </vt:lpstr>
      <vt:lpstr> Use Case диаграмма</vt:lpstr>
      <vt:lpstr>Блок-схема</vt:lpstr>
      <vt:lpstr>Интерфейс программы</vt:lpstr>
      <vt:lpstr>Статистика и логи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корнеев</dc:creator>
  <cp:lastModifiedBy>дмитрий корнеев</cp:lastModifiedBy>
  <cp:revision>1</cp:revision>
  <dcterms:created xsi:type="dcterms:W3CDTF">2026-04-23T21:08:08Z</dcterms:created>
  <dcterms:modified xsi:type="dcterms:W3CDTF">2026-04-23T21:28:57Z</dcterms:modified>
</cp:coreProperties>
</file>